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78ca4fb-4679-a42c-d657-5f09c2fcc6b1}">
          <p14:sldIdLst>
            <p14:sldId id="256"/>
          </p14:sldIdLst>
        </p14:section>
        <p14:section name="Problem" id="{72c8a4ed-f41c-b867-97f8-48f0cc0f4ca4}">
          <p14:sldIdLst>
            <p14:sldId id="257"/>
          </p14:sldIdLst>
        </p14:section>
        <p14:section name="Demo" id="{2b1dc162-c32f-d3b9-ff2a-43c875686aaf}">
          <p14:sldIdLst>
            <p14:sldId id="258"/>
          </p14:sldIdLst>
        </p14:section>
        <p14:section name="Technology" id="{1d3564b3-70f5-27dc-adbb-7f2ea75a84ed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dbe03ec3-0df9-ca87-75fe-b6b6c84c11c1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85616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84064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19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Every run gets an inspection ticket and lands in the shift journal: counts of GO, WARN, NO-GO for the day. Numbers only, the photo is discarded.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6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1792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Body roll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Horizontal edges converge under perspective, so a level truck looks tilted if you compare top and bottom edges. We use the body's vertical edges instead: left and right halves converge in opposite directions and their mean cancels perspective. Reference: vertical lines in the scene (poles, walls), else the camera vertical at lower confidence.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34840" y="1554480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Cargo extent beyond the body edge at cargo height. Rear overhang in a side view, side overhang in a rear view. Converted to centimetres with a known object in the same image: body width 2.55 m or wheel diameter 1.05 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Height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Ground line through the tyre contact points to the top of cargo or body, same scale. Compared with the 4.0 m legal limit.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498348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Product version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fixed gate camera with known position and a reference marker removes the remaining ambiguity. The phone mode you see today is the degraded fallback, and it says CANNOT ASSESS when the view does not support a measurement.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built, including the bad news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2/3/9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4/3/13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trucks,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39 of 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89%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101 team-labelled images, 61 of them three-quarter views. Honest result: the phone mode is conservative. 89% of clean trucks pass without a false alarm, but it caught only 6 of 41 labelled positives, mostly three-quarter views where no scale object is visible. The calibrated gate camera is the fix, not a bigger model.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1.63°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roll instrument error, 56 rotated level photos at known angles, sign right 93% of the time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12648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96112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96112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3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5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7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Dark trucks at night give a noisy mask edge and lower roll confidence; cargo the same colour as the body can merge into the mask.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5394960"/>
            <a:ext cx="11247120" cy="868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6A0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3 people,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$7,200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$800 per person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 team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stored, one-day legal 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Assumption, calibrated in the pilot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Departures screened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mid-size fleet, one gate camera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Dangerous departures caught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conservative: 1 in ~6,000 departures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load incident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loss + downtime + fine + claim handling; wide range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Avoided loss per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incidents x 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06240"/>
            <a:ext cx="57607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0" y="4206240"/>
            <a:ext cx="53035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Pilot cost $8,570 (team $7,200 + cameras $600 + hosting $270 + labelling $500). Avoided loss $5,000 per month at one caught incident a month. Payback = 8,570 / 5,000 = 1.7 months, inside the pilot itself. The fleet's own incident rate replaces the assumption after month 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2026-10-10T18:35:41Z</dcterms:created>
  <dcterms:modified xsi:type="dcterms:W3CDTF">2026-10-10T18:35:41Z</dcterms:modified>
</cp:coreProperties>
</file>