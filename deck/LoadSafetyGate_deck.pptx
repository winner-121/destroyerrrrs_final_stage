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5ded8ae-8e42-b2fa-b4e9-d73eb5c426e7}">
          <p14:sldIdLst>
            <p14:sldId id="256"/>
          </p14:sldIdLst>
        </p14:section>
        <p14:section name="Problem" id="{2f91ef71-4ff6-d7de-284a-041e6f066b1e}">
          <p14:sldIdLst>
            <p14:sldId id="257"/>
          </p14:sldIdLst>
        </p14:section>
        <p14:section name="Demo" id="{0ca2d9c2-0cdc-39a5-ef24-3032ab033894}">
          <p14:sldIdLst>
            <p14:sldId id="258"/>
          </p14:sldIdLst>
        </p14:section>
        <p14:section name="Technology" id="{cfbc1857-ef51-f86a-0c72-920d6cc51239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4adf1849-d75f-45b2-0da7-7fe66d75853d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1F5F8B">
              <a:alpha val="28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F2B705">
              <a:alpha val="16000"/>
            </a:srgbClr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A8A4A">
              <a:alpha val="20000"/>
            </a:srgbClr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1F5F8B">
              <a:alpha val="28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F2B705">
              <a:alpha val="16000"/>
            </a:srgbClr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A8A4A">
              <a:alpha val="20000"/>
            </a:srgbClr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762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64008" cy="73152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87168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967740000" dist="322580000" dir="216000000000">
              <a:srgbClr val="000000">
                <a:alpha val="180000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715768"/>
            <a:ext cx="64008" cy="731520"/>
          </a:xfrm>
          <a:prstGeom prst="rect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85616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12290298000000" dist="4096766000000" dir="12960000000000000">
              <a:srgbClr val="000000">
                <a:alpha val="18000000000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4014216"/>
            <a:ext cx="64008" cy="731520"/>
          </a:xfrm>
          <a:prstGeom prst="rect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084064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156086784600000000" dist="52028928200000000" dir="777600000000000000000">
              <a:srgbClr val="000000">
                <a:alpha val="1800000000000000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5312664"/>
            <a:ext cx="64008" cy="7315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25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1F5F8B">
              <a:alpha val="22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E03A3A">
              <a:alpha val="16000"/>
            </a:srgbClr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8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1.98230216442e+21" dist="660767388140000000000" dir="4.6656e+25">
              <a:srgbClr val="000000">
                <a:alpha val="1.8e+24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57200" y="4983480"/>
            <a:ext cx="64008" cy="100584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17920" y="47548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2.5175237488134e+25" dist="8.391745829378e+24" dir="2.79936e+30">
              <a:srgbClr val="000000">
                <a:alpha val="1.8e+29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217920" y="4983480"/>
            <a:ext cx="64008" cy="1005840"/>
          </a:xfrm>
          <a:prstGeom prst="rect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pic>
        <p:nvPicPr>
          <p:cNvPr id="5" name="Image 0" descr="../eval/out/flatbed_13_08_09_hongkong_by_RalfR_016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</a:rPr>
              <a:t>Body roll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Green: the body's vertical edges. Cyan: vertical lines in the scene. The angle between them is the roll, so a tilted phone does not tilt the truck.</a:t>
            </a:r>
            <a:endParaRPr lang="en-US" sz="1200" dirty="0"/>
          </a:p>
        </p:txBody>
      </p:sp>
      <p:pic>
        <p:nvPicPr>
          <p:cNvPr id="8" name="Image 1" descr="../eval/out/car_carrier_Ram_3500_DS_Towing_BMW_X5_F15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5196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3A3A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25196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Red: cargo beyond the body edge, converted to centimetres with the 1.05 m wheel or the 2.55 m body width in the same photo.</a:t>
            </a:r>
            <a:endParaRPr lang="en-US" sz="1200" dirty="0"/>
          </a:p>
        </p:txBody>
      </p:sp>
      <p:pic>
        <p:nvPicPr>
          <p:cNvPr id="11" name="Image 2" descr="../eval/out/oversized_Abnormal_Load_Front_End_Loader_Mammoet_Near_Ogies_15_3_201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4672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705"/>
                </a:solidFill>
              </a:rPr>
              <a:t>Height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04672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Magenta: cargo top to the ground line through the tyres, in metres, against the 4.0 m limit.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is relative to an object in the same photo. No camera calibration, no absolute pose. When the photo has no usable reference the check says CANNOT ASSESS.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6A0"/>
                </a:solidFill>
              </a:rPr>
              <a:t>Photos: Wikimedia Commons, Ralf Roletschek (CC BY 3.0); Bull-Doser (Public domain); Bob Adams from George, South Africa (CC BY-SA 2.0). Annotations drawn by the pipeline.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4/3/13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89% of clean trucks pass without a false alarm, but it caught only 6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6" name="Text 12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5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7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9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Wheels hidden in shadow or behind tanks give a wrong scale; a height that comes out above 8 m is shown as unreliable, never reported as a measurement.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457200" y="5394960"/>
            <a:ext cx="11247120" cy="868680"/>
          </a:xfrm>
          <a:prstGeom prst="roundRect">
            <a:avLst>
              <a:gd name="adj" fmla="val 12632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3.197255160993018e+29" dist="1.0657517203310059e+29" dir="1.6796159999999998e+35">
              <a:srgbClr val="000000">
                <a:alpha val="1.7999999999999998e+34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457200" y="5623560"/>
            <a:ext cx="64008" cy="411480"/>
          </a:xfrm>
          <a:prstGeom prst="rect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1F5F8B">
              <a:alpha val="28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F2B705">
              <a:alpha val="16000"/>
            </a:srgbClr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A8A4A">
              <a:alpha val="20000"/>
            </a:srgbClr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206240"/>
            <a:ext cx="5760720" cy="2011680"/>
          </a:xfrm>
          <a:prstGeom prst="roundRect">
            <a:avLst>
              <a:gd name="adj" fmla="val 5455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4.0605140544611325e+33" dist="1.3535046848203775e+33" dir="1.0077695999999999e+40">
              <a:srgbClr val="000000">
                <a:alpha val="1.8e+39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57200" y="4434840"/>
            <a:ext cx="64008" cy="155448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0" y="4206240"/>
            <a:ext cx="5303520" cy="2011680"/>
          </a:xfrm>
          <a:prstGeom prst="roundRect">
            <a:avLst>
              <a:gd name="adj" fmla="val 5455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5.156852849165638e+37" dist="1.7189509497218795e+37" dir="6.046617599999999e+44">
              <a:srgbClr val="000000">
                <a:alpha val="1.8e+44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00800" y="4434840"/>
            <a:ext cx="64008" cy="1554480"/>
          </a:xfrm>
          <a:prstGeom prst="rect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1F5F8B">
              <a:alpha val="22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E03A3A">
              <a:alpha val="16000"/>
            </a:srgbClr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1F5F8B">
              <a:alpha val="22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E03A3A">
              <a:alpha val="16000"/>
            </a:srgbClr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96A0"/>
                </a:solidFill>
              </a:rPr>
              <a:t>Open the gate on your phone right now: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github.com/Winner-121/Destroyerrrrs_Final_Stage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93192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3192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pic>
        <p:nvPicPr>
          <p:cNvPr id="14" name="Image 0" descr="dancing_ca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280160"/>
            <a:ext cx="4023360" cy="40233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772400" y="5394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Team Destroyerrrrs, thank you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2026-10-11T06:32:36Z</dcterms:created>
  <dcterms:modified xsi:type="dcterms:W3CDTF">2026-10-11T06:32:36Z</dcterms:modified>
</cp:coreProperties>
</file>