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411df9f-7252-c906-8d67-36b160a4d231}">
          <p14:sldIdLst>
            <p14:sldId id="256"/>
          </p14:sldIdLst>
        </p14:section>
        <p14:section name="Problem" id="{105a1b19-ef4c-9eb8-af59-4740a307ca2d}">
          <p14:sldIdLst>
            <p14:sldId id="257"/>
          </p14:sldIdLst>
        </p14:section>
        <p14:section name="Demo" id="{7ce76d47-aac0-1ab8-6d66-f2a59a1fc0a1}">
          <p14:sldIdLst>
            <p14:sldId id="258"/>
          </p14:sldIdLst>
        </p14:section>
        <p14:section name="Technology" id="{c33bcd73-e40e-1f0c-5382-7c88e8c3eee5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806732d8-76ac-2665-c060-ca9f2584f200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pic>
        <p:nvPicPr>
          <p:cNvPr id="3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</a:rPr>
              <a:t>Body roll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6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3A3A"/>
                </a:solidFill>
              </a:rPr>
              <a:t>Overhang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9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</a:rPr>
              <a:t>Height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6A0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2026-10-11T04:58:34Z</dcterms:created>
  <dcterms:modified xsi:type="dcterms:W3CDTF">2026-10-11T04:58:34Z</dcterms:modified>
</cp:coreProperties>
</file>