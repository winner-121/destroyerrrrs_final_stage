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61830f6-5461-7774-e9f7-a3a47cf028f3}">
          <p14:sldIdLst>
            <p14:sldId id="256"/>
          </p14:sldIdLst>
        </p14:section>
        <p14:section name="Problem" id="{785eceb3-248b-507b-e059-a9ad7662396d}">
          <p14:sldIdLst>
            <p14:sldId id="257"/>
          </p14:sldIdLst>
        </p14:section>
        <p14:section name="Demo" id="{69a112ac-d9ae-5d0e-245a-b3a15c3d4a16}">
          <p14:sldIdLst>
            <p14:sldId id="258"/>
          </p14:sldIdLst>
        </p14:section>
        <p14:section name="Technology" id="{f2874550-efa5-bdc4-06f7-980ce216d654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41723876-39d2-74b6-c97b-ef348caec78e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4300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gate operator or dispatcher at a freight terminal, a fleet depot, or a dealer receiving yard. One photo, one answer, before the truck leaves.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5486400" cy="114300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57860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272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Shifted or one-sided loads roll over. Overhanging cargo hits bridges, signs and other vehicles. Oversized loads draw fines and stop the truck at the first police post.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94176"/>
            <a:ext cx="5486400" cy="12344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87705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83133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37997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fleet owner or terminal, per gate. Partner angle: every Toyota and BYD arrives on a car carrier into a Royal Motors yard. Car carriers are the classic over-height and rear-overhang offenders.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038344"/>
            <a:ext cx="5486400" cy="114300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2122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1755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241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3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4406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4406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3291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2057400"/>
            <a:ext cx="3291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057400"/>
            <a:ext cx="3291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 / rain 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3832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Against 120 hand-labelled images (95 day, 25 night). Numbers come from eval/run_eval.py and are filled in once labelling is complete.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80760"/>
            <a:ext cx="1088136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2 engineers + 1 ops, part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 salaries,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 per year,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Rollovers prevented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rollover x events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 fines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fine x stops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damage claims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claims per year x share caught at gate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Operator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minutes per manual walkaround x trucks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92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Payback months = pilot cost / (avoided loss per month). Fill the [confirm] cells with the fleet's own figures and the formula gives the answer on the spot.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2026-10-10T12:43:59Z</dcterms:created>
  <dcterms:modified xsi:type="dcterms:W3CDTF">2026-10-10T12:43:59Z</dcterms:modified>
</cp:coreProperties>
</file>