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5804005-4c0d-9d81-c002-4b88cc98edf2}">
          <p14:sldIdLst>
            <p14:sldId id="256"/>
          </p14:sldIdLst>
        </p14:section>
        <p14:section name="Problem" id="{42bc5c86-9bb2-6a35-c54c-32f2233ed4ea}">
          <p14:sldIdLst>
            <p14:sldId id="257"/>
          </p14:sldIdLst>
        </p14:section>
        <p14:section name="Demo" id="{d2b46430-2c46-705b-030c-f31d141555e6}">
          <p14:sldIdLst>
            <p14:sldId id="258"/>
          </p14:sldIdLst>
        </p14:section>
        <p14:section name="Technology" id="{f5ea5810-32fa-a3b8-7de2-821744864ffe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dd91d6d7-dde8-82c2-d993-87a54244f698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Body roll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Horizontal edges converge under perspective, so a level truck looks tilted if you compare top and bottom edges. We use the body's vertical edges instead: left and right halves converge in opposite directions and their mean cancels perspective. Reference: vertical lines in the scene (poles, walls), else the camera vertical at lower confidence.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34840" y="1554480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Cargo extent beyond the body edge at cargo height. Rear overhang in a side view, side overhang in a rear view. Converted to centimetres with a known object in the same image: body width 2.55 m or wheel diameter 1.05 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Height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Ground line through the tyre contact points to the top of cargo or body, same scale. Compared with the 4.0 m legal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8348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 version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fixed gate camera with known position and a reference marker removes the remaining ambiguity. The phone mode you see today is the degraded fallback, and it says CANNOT ASSESS when the view does not support a measurement.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1/2/10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1/2/16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41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93% of clean trucks pass without a false alarm, but it caught only 2 of 41 labelled positives, mostly three-quarter and rear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1.63°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Dark trucks at night give a noisy mask edge and lower roll confidence; cargo the same colour as the body can merge into the mask.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2026-10-10T18:06:29Z</dcterms:created>
  <dcterms:modified xsi:type="dcterms:W3CDTF">2026-10-10T18:06:29Z</dcterms:modified>
</cp:coreProperties>
</file>