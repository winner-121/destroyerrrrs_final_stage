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2715292-408a-c4fa-0ca3-d3ed759f93fd}">
          <p14:sldIdLst>
            <p14:sldId id="256"/>
          </p14:sldIdLst>
        </p14:section>
        <p14:section name="Problem" id="{7ff16dca-351d-53ac-9d38-8d9b69fdac67}">
          <p14:sldIdLst>
            <p14:sldId id="257"/>
          </p14:sldIdLst>
        </p14:section>
        <p14:section name="Demo" id="{64ebb1cf-c33f-137e-c20c-ca5ae82d23eb}">
          <p14:sldIdLst>
            <p14:sldId id="258"/>
          </p14:sldIdLst>
        </p14:section>
        <p14:section name="Technology" id="{e6502b5b-d6ca-7a17-c2e2-84b0028f7ee1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a524eb49-8317-2046-80f8-a495c5814e59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badly loaded truck is checked by eye, or not at all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73152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715768"/>
            <a:ext cx="64008" cy="7315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14216"/>
            <a:ext cx="64008" cy="731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84064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312664"/>
            <a:ext cx="64008" cy="7315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25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8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pipeline, not a prompt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584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9DB0CB"/>
          </a:solidFill>
          <a:ln w="12700">
            <a:solidFill>
              <a:srgbClr val="9DB0C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983480"/>
            <a:ext cx="6400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4983480"/>
            <a:ext cx="64008" cy="1005840"/>
          </a:xfrm>
          <a:prstGeom prst="rect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relative to the truck itself, so a phone photo is honest</a:t>
            </a:r>
            <a:endParaRPr lang="en-US" sz="2600" dirty="0"/>
          </a:p>
        </p:txBody>
      </p:sp>
      <p:pic>
        <p:nvPicPr>
          <p:cNvPr id="5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9CFF"/>
                </a:solidFill>
              </a:rPr>
              <a:t>Body roll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8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11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Height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8A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on a test set we built, including the bad news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1.63°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0.19 s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$0.001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faces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it breaks, and what it does instead of guessing</a:t>
            </a:r>
            <a:endParaRPr lang="en-US" sz="2600" dirty="0"/>
          </a:p>
        </p:txBody>
      </p:sp>
      <p:pic>
        <p:nvPicPr>
          <p:cNvPr id="5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7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9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57200" y="5623560"/>
            <a:ext cx="64008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708A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Pilot budget and payback, every assumption on the slide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06240"/>
            <a:ext cx="57607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57200" y="4434840"/>
            <a:ext cx="64008" cy="155448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0" y="4206240"/>
            <a:ext cx="53035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4434840"/>
            <a:ext cx="64008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A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708A"/>
                </a:solidFill>
              </a:rPr>
              <a:t>Open the gate on your phone right now: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github.com/Winner-121/Destroyerrrrs_Final_Stage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pic>
        <p:nvPicPr>
          <p:cNvPr id="14" name="Image 0" descr="dancing_ca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280160"/>
            <a:ext cx="402336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72400" y="5394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Team Destroyerrrrs, 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EAF0FA"/>
      </a:dk1>
      <a:lt1>
        <a:srgbClr val="0A0F1E"/>
      </a:lt1>
      <a:dk2>
        <a:srgbClr val="9DB0CB"/>
      </a:dk2>
      <a:lt2>
        <a:srgbClr val="131C33"/>
      </a:lt2>
      <a:accent1>
        <a:srgbClr val="22D3EE"/>
      </a:accent1>
      <a:accent2>
        <a:srgbClr val="7C9CFF"/>
      </a:accent2>
      <a:accent3>
        <a:srgbClr val="22C55E"/>
      </a:accent3>
      <a:accent4>
        <a:srgbClr val="F43F5E"/>
      </a:accent4>
      <a:accent5>
        <a:srgbClr val="60708A"/>
      </a:accent5>
      <a:accent6>
        <a:srgbClr val="F59E0B"/>
      </a:accent6>
      <a:hlink>
        <a:srgbClr val="22D3EE"/>
      </a:hlink>
      <a:folHlink>
        <a:srgbClr val="7C9CFF"/>
      </a:folHlink>
    </a:clrScheme>
    <a:fontScheme name="Load Safety Gat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2026-10-11T06:36:57Z</dcterms:created>
  <dcterms:modified xsi:type="dcterms:W3CDTF">2026-10-11T06:36:57Z</dcterms:modified>
</cp:coreProperties>
</file>