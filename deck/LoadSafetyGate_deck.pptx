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f5d8a36-4d1b-c7a2-038f-73f7b849d794}">
          <p14:sldIdLst>
            <p14:sldId id="256"/>
          </p14:sldIdLst>
        </p14:section>
        <p14:section name="Problem" id="{5914140f-5a7d-134c-eccf-4d7f28156d0e}">
          <p14:sldIdLst>
            <p14:sldId id="257"/>
          </p14:sldIdLst>
        </p14:section>
        <p14:section name="Demo" id="{2b56c816-9bd1-ed24-4c3b-43e1629d66bf}">
          <p14:sldIdLst>
            <p14:sldId id="258"/>
          </p14:sldIdLst>
        </p14:section>
        <p14:section name="Technology" id="{d60ed1a2-35f8-cf39-ddac-565e1cd8b5d2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4a70d33c-3469-d335-18fb-bb1e729db886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pic>
        <p:nvPicPr>
          <p:cNvPr id="3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</a:rPr>
              <a:t>Body roll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6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3A3A"/>
                </a:solidFill>
              </a:rPr>
              <a:t>Overhang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9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</a:rPr>
              <a:t>Height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6A0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2026-10-11T05:06:08Z</dcterms:created>
  <dcterms:modified xsi:type="dcterms:W3CDTF">2026-10-11T05:06:08Z</dcterms:modified>
</cp:coreProperties>
</file>