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ab30b6c-6b65-23fa-a2da-b104a7e0a22d}">
          <p14:sldIdLst>
            <p14:sldId id="256"/>
          </p14:sldIdLst>
        </p14:section>
        <p14:section name="Problem" id="{096ffa6a-418b-8de4-1b47-679c629ed93b}">
          <p14:sldIdLst>
            <p14:sldId id="257"/>
          </p14:sldIdLst>
        </p14:section>
        <p14:section name="Demo" id="{4febb9a0-ae27-0476-c60c-d15fe10e1e0e}">
          <p14:sldIdLst>
            <p14:sldId id="258"/>
          </p14:sldIdLst>
        </p14:section>
        <p14:section name="Technology" id="{7e541daf-bccb-3881-f7c9-f2d49e7b0257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" id="{371d766f-00c6-ff9d-6701-53b79b533a9c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B1F23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B705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6A0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NO-GO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6A0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badly loaded truck is checked by eye, or not at all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105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 operator or dispatcher at a terminal, fleet depot or dealer receiving yard. One photo, one answer, before the truck leaves.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6243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089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One-sided loads roll over. Overhanging cargo hits bridges and other vehicles. Oversized loads draw fines and stop the truck at the first police post.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785616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92277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0740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Fleet owner or terminal, per gate. Every Toyota and BYD arrives on a car carrier into a Royal Motors yard, and car carriers are the classic over-height and rear-overhang offenders.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84064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266944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522122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0585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200" dirty="0"/>
          </a:p>
        </p:txBody>
      </p:sp>
      <p:pic>
        <p:nvPicPr>
          <p:cNvPr id="19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Every run gets an inspection ticket and lands in the shift journal: counts of GO, WARN, NO-GO for the day. Numbers only, the photo is discarded.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6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pipeline, not a prompt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584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1792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relative to the truck itself, so a phone photo is honest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Body roll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Horizontal edges converge under perspective, so a level truck looks tilted if you compare top and bottom edges. We use the body's vertical edges instead: left and right halves converge in opposite directions and their mean cancels perspective. Reference: vertical lines in the scene (poles, walls), else the camera vertical at lower confidence.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34840" y="1554480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Overhang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Cargo extent beyond the body edge at cargo height. Rear overhang in a side view, side overhang in a rear view. Converted to centimetres with a known object in the same image: body width 2.55 m or wheel diameter 1.05 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5544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Height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Ground line through the tyre contact points to the top of cargo or body, same scale. Compared with the 4.0 m legal limit.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846320"/>
            <a:ext cx="11247120" cy="128016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498348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Product version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 fixed gate camera with known position and a reference marker removes the remaining ambiguity. The phone mode you see today is the degraded fallback, and it says CANNOT ASSESS when the view does not support a measurement.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on a test set we built, including the bad news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tp/fp/fn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2/3/9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0/0/6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3/3/14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Clean trucks, no false alarm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39 of 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89% specificity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657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Against 101 team-labelled images, 61 of them three-quarter views. Honest result: the phone mode is conservative. 89% of clean trucks pass without a false alarm, but it caught only 5 of 41 labelled positives, mostly three-quarter views where no scale object is visible. The calibrated gate camera is the fix, not a bigger model.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1.63°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roll instrument error, 56 rotated level photos at known angles, sign right 93% of the time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s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12648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$0.001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96112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faces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96112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Where it breaks, and what it does instead of guessing</a:t>
            </a:r>
            <a:endParaRPr lang="en-US" sz="3200" dirty="0"/>
          </a:p>
        </p:txBody>
      </p:sp>
      <p:pic>
        <p:nvPicPr>
          <p:cNvPr id="3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5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7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Dark trucks at night give a noisy mask edge and lower roll confidence; cargo the same colour as the body can merge into the mask.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7200" y="5394960"/>
            <a:ext cx="11247120" cy="868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6016752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replication test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6A0"/>
                </a:solidFill>
              </a:rPr>
              <a:t>A weekend with the same tools gets you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detector that draws boxes around trucks and cargo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prompt to a vision model that says "looks overloaded"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No measurement, no threshold, no number a gate operator can act 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</a:rPr>
              <a:t>What they do not get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Perspective-safe roll from vertical edges, with a gravity reference in the same image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Centimetres and metres from a known object in the frame, and a CANNOT ASSESS path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decision layer written from Decree 342, the regulation a police post actually applies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privacy stage that makes the product legal to pilot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301 licensed images with hit rates, 120 labelled, and a deployed gate product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Pilot budget and payback, every assumption on the slide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3 people,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$7,200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$800 per person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 team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stored, one-day legal 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Avoided loss,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Assumption, calibrated in the pilot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Departures screened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mid-size fleet, one gate camera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Dangerous departures caught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conservative: 1 in ~6,000 departures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load incident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loss + downtime + fine + claim handling; wide range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Avoided loss per year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 incidents x 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206240"/>
            <a:ext cx="57607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28032"/>
            <a:ext cx="5394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00800" y="4206240"/>
            <a:ext cx="53035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4828032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Pilot cost $8,570 (team $7,200 + cameras $600 + hosting $270 + labelling $500). Avoided loss $5,000 per month at one caught incident a month. Payback = 8,570 / 5,000 = 1.7 months, inside the pilot itself. The fleet's own incident rate replaces the assumption after month 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8912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6A0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1B1F23"/>
      </a:dk1>
      <a:lt1>
        <a:srgbClr val="FFFFFF"/>
      </a:lt1>
      <a:dk2>
        <a:srgbClr val="3A4248"/>
      </a:dk2>
      <a:lt2>
        <a:srgbClr val="EEF0EC"/>
      </a:lt2>
      <a:accent1>
        <a:srgbClr val="F2B705"/>
      </a:accent1>
      <a:accent2>
        <a:srgbClr val="1F5F8B"/>
      </a:accent2>
      <a:accent3>
        <a:srgbClr val="2A8A4A"/>
      </a:accent3>
      <a:accent4>
        <a:srgbClr val="E03A3A"/>
      </a:accent4>
      <a:accent5>
        <a:srgbClr val="8A96A0"/>
      </a:accent5>
      <a:accent6>
        <a:srgbClr val="C9781A"/>
      </a:accent6>
      <a:hlink>
        <a:srgbClr val="1F5F8B"/>
      </a:hlink>
      <a:folHlink>
        <a:srgbClr val="3A4248"/>
      </a:folHlink>
    </a:clrScheme>
    <a:fontScheme name="Load Safety Ga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2026-10-10T18:26:54Z</dcterms:created>
  <dcterms:modified xsi:type="dcterms:W3CDTF">2026-10-10T18:26:54Z</dcterms:modified>
</cp:coreProperties>
</file>