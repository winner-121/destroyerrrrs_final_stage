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6d3fdb2-f0b3-d64b-551b-6651412fcd34}">
          <p14:sldIdLst>
            <p14:sldId id="256"/>
          </p14:sldIdLst>
        </p14:section>
        <p14:section name="Problem" id="{dbce6cf2-354d-2183-8ff5-2490299e6d15}">
          <p14:sldIdLst>
            <p14:sldId id="257"/>
          </p14:sldIdLst>
        </p14:section>
        <p14:section name="Demo" id="{bbb303e9-1677-b929-f6f6-efcaad169647}">
          <p14:sldIdLst>
            <p14:sldId id="258"/>
          </p14:sldIdLst>
        </p14:section>
        <p14:section name="Technology" id="{093a39bb-a0c3-bf21-1f68-d46603b2fc16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cd218f0a-c8f3-772a-fc44-58aed875856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91% of clean trucks pass without a false alarm, but it caught only 3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2026-10-10T18:14:50Z</dcterms:created>
  <dcterms:modified xsi:type="dcterms:W3CDTF">2026-10-10T18:14:50Z</dcterms:modified>
</cp:coreProperties>
</file>