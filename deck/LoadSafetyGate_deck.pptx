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898120b-7601-4eba-66bb-7c30c9dd3aed}">
          <p14:sldIdLst>
            <p14:sldId id="256"/>
          </p14:sldIdLst>
        </p14:section>
        <p14:section name="Problem" id="{76c343fc-2d07-c836-bde4-f7c661bb092e}">
          <p14:sldIdLst>
            <p14:sldId id="257"/>
          </p14:sldIdLst>
        </p14:section>
        <p14:section name="Demo" id="{86447430-332e-e288-174a-aec50e92b09d}">
          <p14:sldIdLst>
            <p14:sldId id="258"/>
          </p14:sldIdLst>
        </p14:section>
        <p14:section name="Technology" id="{d40d84de-30f5-8a51-1918-580ee362a529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c1e48c74-3182-7d2a-89a2-70bc4b38ec29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0/2/2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images,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 of 20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383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Against the 43 images labelled so far by the team (of 120). Honest result: the phone mode is conservative. It raises few false alarms on clean trucks but missed the 11 positives, which were mostly three-quarter views and car tails over an enclosed deck. This is the gap the calibrated gate camera closes.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 per year,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Rollovers prevented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rollover x events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 fines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fine x stops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damage claims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claims per year x share caught at gate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Operator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manual walkaround x trucks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(avoided loss per month). Fill the [confirm] cells with the fleet's own figures and the formula gives the answer on the spot.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2026-10-10T13:09:57Z</dcterms:created>
  <dcterms:modified xsi:type="dcterms:W3CDTF">2026-10-10T13:09:57Z</dcterms:modified>
</cp:coreProperties>
</file>