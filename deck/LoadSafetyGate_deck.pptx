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775a403-6953-750a-8255-e9fdc12cd710}">
          <p14:sldIdLst>
            <p14:sldId id="256"/>
          </p14:sldIdLst>
        </p14:section>
        <p14:section name="Problem" id="{1de14be8-bc18-d57d-50c1-bc3f0c3a050d}">
          <p14:sldIdLst>
            <p14:sldId id="257"/>
          </p14:sldIdLst>
        </p14:section>
        <p14:section name="Demo" id="{2abc16c3-fef9-8808-98c6-ba67452de70b}">
          <p14:sldIdLst>
            <p14:sldId id="258"/>
          </p14:sldIdLst>
        </p14:section>
        <p14:section name="Technology" id="{1a1663b7-3602-f6d0-d6a0-d8e16d35a0a1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d6770123-47df-9e12-cfc9-02dad1b6edc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2026-10-10T19:36:26Z</dcterms:created>
  <dcterms:modified xsi:type="dcterms:W3CDTF">2026-10-10T19:36:26Z</dcterms:modified>
</cp:coreProperties>
</file>