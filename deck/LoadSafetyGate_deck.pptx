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51a4084-375b-86fb-2370-9d7d14e21103}">
          <p14:sldIdLst>
            <p14:sldId id="256"/>
          </p14:sldIdLst>
        </p14:section>
        <p14:section name="Problem" id="{c73b3cd7-44e0-2d70-5542-5ddd05547d1f}">
          <p14:sldIdLst>
            <p14:sldId id="257"/>
          </p14:sldIdLst>
        </p14:section>
        <p14:section name="Demo" id="{10f041df-a752-15fb-d6c0-06b916aa03b8}">
          <p14:sldIdLst>
            <p14:sldId id="258"/>
          </p14:sldIdLst>
        </p14:section>
        <p14:section name="Technology" id="{f4f2c24e-2cb9-a3af-2ac8-67ef902d0542}">
          <p14:sldIdLst>
            <p14:sldId id="259"/>
            <p14:sldId id="260"/>
            <p14:sldId id="261"/>
            <p14:sldId id="262"/>
          </p14:sldIdLst>
        </p14:section>
        <p14:section name="Business" id="{4dc4d476-e95a-4280-9065-327ee33a84a7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Every run gets an inspection ticket and lands in the shift journal: counts of GO, WARN, NO-GO for the day. Numbers only, the photo is discarded.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pic>
        <p:nvPicPr>
          <p:cNvPr id="3" name="Image 0" descr="../eval/out/flatbed_13_08_09_hongkong_by_RalfR_016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5F8B"/>
                </a:solidFill>
              </a:rPr>
              <a:t>Body roll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Green: the body's vertical edges. Cyan: vertical lines in the scene. The angle between them is the roll, so a tilted phone does not tilt the truck.</a:t>
            </a:r>
            <a:endParaRPr lang="en-US" sz="1200" dirty="0"/>
          </a:p>
        </p:txBody>
      </p:sp>
      <p:pic>
        <p:nvPicPr>
          <p:cNvPr id="6" name="Image 1" descr="../eval/out/car_carrier_Ram_3500_DS_Towing_BMW_X5_F15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3A3A"/>
                </a:solidFill>
              </a:rPr>
              <a:t>Overhang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Red: cargo beyond the body edge, converted to centimetres with the 1.05 m wheel or the 2.55 m body width in the same photo.</a:t>
            </a:r>
            <a:endParaRPr lang="en-US" sz="1200" dirty="0"/>
          </a:p>
        </p:txBody>
      </p:sp>
      <p:pic>
        <p:nvPicPr>
          <p:cNvPr id="9" name="Image 2" descr="../eval/out/oversized_Abnormal_Load_Front_End_Loader_Mammoet_Near_Ogies_15_3_2012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046720" y="40233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</a:rPr>
              <a:t>Height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046720" y="4389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Magenta: cargo top to the ground line through the tyres, in metres, against the 4.0 m limit.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number is relative to an object in the same photo. No camera calibration, no absolute pose. When the photo has no usable reference the check says CANNOT ASSESS.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6A0"/>
                </a:solidFill>
              </a:rPr>
              <a:t>Photos: Wikimedia Commons, Ralf Roletschek (CC BY 3.0); Bull-Doser (Public domain); Bob Adams from George, South Africa (CC BY-SA 2.0). Annotations drawn by the pipeline.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2/3/9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4/3/13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trucks,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 of 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101 team-labelled images, 61 of them three-quarter views. Honest result: the phone mode is conservative. 89% of clean trucks pass without a false alarm, but it caught only 6 of 41 labelled positives, mostly three-quarter views where no scale object is visible. The calibrated gate camera is the fix, not a bigger model.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1.63°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roll instrument error, 56 rotated level photos at known angles, sign right 93% of the time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12648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612648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961120" y="4297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961120" y="51206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Wheels hidden in shadow or behind tanks give a wrong scale; a height that comes out above 8 m is shown as unreliable, never reported as a measurement.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3 people,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$7,200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$800 per person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team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stored, one-day legal 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Assumption, calibrated in the pilot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Departures screened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mid-size fleet, one gate camera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Dangerous departures caught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conservative: 1 in ~6,000 departures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load incident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loss + downtime + fine + claim handling; wide range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Avoided loss per year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 incidents x $5,000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Pilot cost $8,570 (team $7,200 + cameras $600 + hosting $270 + labelling $500). Avoided loss $5,000 per month at one caught incident a month. Payback = 8,570 / 5,000 = 1.7 months, inside the pilot itself. The fleet's own incident rate replaces the assumption after month 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2026-10-11T05:05:14Z</dcterms:created>
  <dcterms:modified xsi:type="dcterms:W3CDTF">2026-10-11T05:05:14Z</dcterms:modified>
</cp:coreProperties>
</file>